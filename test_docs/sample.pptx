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EBAAE2-4CD7-059C-D11B-E70E71060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77FB8F1-25AE-21E9-F022-0739067D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CB1B03-E471-8B65-2D50-3C3A4D5A8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E367B1-25B4-A346-122F-01445E9AB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4A7691-D162-E587-170C-8E4DEB160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30710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A957AD-84D5-6D02-937D-290E8BBD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E6F310-E529-DBD9-5032-19A890353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6396BF-6FDA-B145-ED79-39DB69795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D3C9F2-4368-3211-6DFD-0340643E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160EF5-250E-60DC-8645-4CE14DBFA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0526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8ECA8-0197-E2DC-1ECA-CCAB9CC56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49B22C-7F8A-A429-6956-BA1256A69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492911-7270-3C0C-FAB4-50F2487DA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937D18-E507-8FCF-FCBD-A927FF00E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79EC50-6D6E-AB69-19A7-9B4608979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6166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4E97B-BF2F-5AEF-B291-557AAF9D7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EC737B-3ACC-8865-A2BD-3D1C3B9736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6981BE-9309-0FDA-AE5F-86E67731D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3EA3AC-40D5-0CAB-94E1-017D5466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529AEE-B992-6605-DA5F-56C5DE263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8BC921-132E-B792-6BD6-D4208588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699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FAC4C-B69D-64B3-9AE3-4849492EC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AE87E-9DFC-9726-BAF9-59C6F3DE1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11AC56-4BC3-DE34-A841-86F5AB9A9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0D6AEFD-C837-05D7-467A-8C92B05EC7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B2CE2DD-7369-E7C6-EBD7-155B02198C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F3E654-C147-29C0-9374-7EF6C90C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641ADD7-63FA-FC71-CD91-FCD77681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AF9724-70F5-FF8A-350D-BED4F217E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3475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D11B10-D0DA-BD0D-80E3-9C7FFCA7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07D2F7-60B5-052F-F5CC-7080277A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2234964-87B7-0CC1-05BA-2C7B75A9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840D27C-0A95-A7BD-BD92-1F0794045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2491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E98F6E-E4AD-14FB-920D-AF0FECE1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D44522-8C69-A5AA-70FC-E1C632BE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FF3C41-0699-668E-FE3E-1C6C811C3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708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6C6D6-E76A-8C53-AB4C-415E6CBD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0DFD11-9AB0-FCDC-C87C-79B52B642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A1BABE-2716-50F6-3ECC-98DDCA03E6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408EA2-AD50-6B67-AB03-9FABCCC4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80E816-2EE0-9449-462D-4D2F24EB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7A55F4-EEEA-BBBD-311C-B74E5405F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238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BB491-D320-3D88-E90E-AF1CE3C35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1A81F5-8916-8DF1-1E62-D2530C07A4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E5F200-8666-60C8-2901-7EEA25886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3602F8F-D2A1-E72D-53A8-1D3033630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1FB58D-0440-D8D4-C28A-C1F4E3A70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925BC6-B8E2-13C3-039A-49CC853B5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949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80E3AC-9571-17F0-A3F9-A8913B921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F74B1F-F741-96D1-0556-6977C9A26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FA6107-1B94-7574-9360-DF2BFCEB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278CFB-3EC1-A7F1-FB35-405F65417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8F80F-54F3-3FF0-B123-E8C10EAD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4879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37DDC57-627F-2D7B-4A9F-1E0704C8D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FCA825-4446-98BB-A48F-AAB18EB7C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077698-D18D-4554-5846-8B5A0D8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E07523-C542-605E-5E66-55B40020C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985034-D85F-BC10-7186-3A012A05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268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A8EEEC-CC40-D364-8866-6E2B26EBD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468B93-CB29-A784-D53C-89171872F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9D8482-E33C-3019-CC55-261A6892C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133C8-D17E-410D-BFF8-18EE9C7ED63B}" type="datetimeFigureOut">
              <a:rPr lang="es-CL" smtClean="0"/>
              <a:t>07-05-2026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E55439-042E-F4A5-31C8-926731CB7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895E88-F736-E47B-A81F-DF956A5C4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0AFC96-7F1F-4B70-877B-05BBF60AED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552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C458FA-E250-0685-59C9-3CE31851AC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 dirty="0" err="1"/>
              <a:t>Presentacion</a:t>
            </a:r>
            <a:r>
              <a:rPr lang="es-CL" dirty="0"/>
              <a:t> de prueba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D5416E-B874-E4D0-07C9-2DBFF10F6D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09895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Presentacion de prueba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Reffer</dc:creator>
  <cp:lastModifiedBy>David Reffer</cp:lastModifiedBy>
  <cp:revision>1</cp:revision>
  <dcterms:created xsi:type="dcterms:W3CDTF">2026-05-07T14:25:31Z</dcterms:created>
  <dcterms:modified xsi:type="dcterms:W3CDTF">2026-05-07T14:25:51Z</dcterms:modified>
</cp:coreProperties>
</file>